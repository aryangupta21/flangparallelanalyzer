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2A"/>
                </a:solidFill>
              </a:rPr>
              <a:t>FlangParallelAnalyzer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Automatic Loop Parallelism Analysis for Fortran using LLVM Flang &amp; MLIR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011680"/>
            <a:ext cx="576072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0E0EF"/>
                </a:solidFill>
              </a:rPr>
              <a:t>Aryan Gupta   ·   Arushi Vaidya   ·   Arpita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Dept. of Computer Science and Engineering  |  RV College of Engineering, Bengaluru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657600"/>
            <a:ext cx="237744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7490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Test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657600"/>
            <a:ext cx="237744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657600"/>
            <a:ext cx="2377440" cy="12801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7490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</a:rPr>
              <a:t>False 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</a:rPr>
              <a:t>RV College of Engineering  ·  2024–25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Why is parallelizing Fortran loops hard?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303520" cy="53035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Fortran powers scientific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Weather simulations, CFD, matrix solvers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Performance lives inside DO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OpenMP !$OMP PARALLEL DO enables
   multi-core 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But wrong annotation = silent wrong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931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Missed annotation = wasted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822960"/>
            <a:ext cx="5852160" cy="53035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914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Manual annotation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1732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35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Read FIR / assembly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221992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221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Trace every array subscript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026664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0266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44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Check for alias relationships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831336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313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49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Identify reduction variables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636008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636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54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Write !$OMP directive by hand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5778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⚠  Error-prone and slow for large codebases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 — FlangParallelAnalyzer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Static analysis tool that tells you, per loop, whether it's safe to parallelize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63040"/>
            <a:ext cx="155448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Fortran
Source (.f90)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463040"/>
            <a:ext cx="155448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508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E0EF"/>
                </a:solidFill>
              </a:rPr>
              <a:t>FIR
(MLIR 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463040"/>
            <a:ext cx="155448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508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FPA
Analysis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463040"/>
            <a:ext cx="1554480" cy="10972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508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D481"/>
                </a:solidFill>
              </a:rPr>
              <a:t>Verdict +
OpenMP Hint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flang-new -fc1 -emit-fir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fpa-tool input.fir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329184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3291840" cy="384048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!$OMP PARALLEL 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46120"/>
            <a:ext cx="329184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246120"/>
            <a:ext cx="329184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7033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!$OMP PARALLEL DO
REDUCTION(+:sum)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246120"/>
            <a:ext cx="3291840" cy="2286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246120"/>
            <a:ext cx="3291840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UNSAFE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37033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! Cannot parallelize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806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E0EF"/>
                </a:solidFill>
              </a:rPr>
              <a:t>Tool runs in &lt; 1 second  ·  Zero false positives  ·  Full analysis trace per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 — 5-Phase Analysis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21031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21031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1 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Collect loop bounds,
nesting depth, op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822960"/>
            <a:ext cx="21031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822960"/>
            <a:ext cx="2103120" cy="3657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822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2  Mem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325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Classify every read/write
as external or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E0E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822960"/>
            <a:ext cx="21031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79" y="822960"/>
            <a:ext cx="210312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822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3  Index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325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Is subscript a(i) or a(i±k)?
Detects loop-carried 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822960"/>
            <a:ext cx="21031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199" y="822960"/>
            <a:ext cx="2103120" cy="36576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822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4 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325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Match load→op→store
pattern on scalars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DD481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822960"/>
            <a:ext cx="21031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19" y="822960"/>
            <a:ext cx="210312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822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5 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59" y="1325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ext writes → SAFE
Otherwise → UNSAFE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1447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BCC"/>
                </a:solidFill>
              </a:rPr>
              <a:t>Each phase either sets a final verdict (SAFE / REDUCTION / UNSAFE) or passes to the next phase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Dependency Detection — Phase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Tracing array subscripts through the compiler 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39496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81"/>
                </a:solidFill>
              </a:rPr>
              <a:t>✓  a(i)  →  IV-derived  → 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Fortran source: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120640" cy="502920"/>
          </a:xfrm>
          <a:prstGeom prst="rect">
            <a:avLst/>
          </a:prstGeom>
          <a:solidFill>
            <a:srgbClr val="0A2438"/>
          </a:solidFill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b(i) = a(i) *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FIR subscript trace: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fir.array_coor coordinate operand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arith.index_cast (strip type cast)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753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fir.load %loop_var_alloca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1421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fir.store iter_arg → alloca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53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D481"/>
                </a:solidFill>
              </a:rPr>
              <a:t>→ loop induction variable 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22960"/>
            <a:ext cx="5760720" cy="5212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✗  a(i-1)  →  IV offset  →  UNSAFE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Fortran source: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91640"/>
            <a:ext cx="5486400" cy="502920"/>
          </a:xfrm>
          <a:prstGeom prst="rect">
            <a:avLst/>
          </a:prstGeom>
          <a:solidFill>
            <a:srgbClr val="0A2438"/>
          </a:solidFill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a(i) = a(i) + a(i-1)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FIR subscript trace: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97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fir.array_coor coordinate operand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363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arith.subi  %iv, 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5753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LHS is IV-derived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0142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RHS is constant k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4531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87171"/>
                </a:solidFill>
              </a:rPr>
              <a:t>→ IV ± k  with  k ≠ 0  →  UNSAFE  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Reduction Detection — Phase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Automatically recognizing scalar accumulation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30000" cy="1188720"/>
          </a:xfrm>
          <a:prstGeom prst="rect">
            <a:avLst/>
          </a:prstGeom>
          <a:solidFill>
            <a:srgbClr val="0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Pattern to match: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90E0EF"/>
                </a:solidFill>
              </a:rPr>
              <a:t>%old  =  fir.load %acc       →       %new  =  arith.addf %old, &lt;expr&gt;       →       fir.store %new to %acc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114300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total = total + a(i)*b(i)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50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REDUCTION(+:total)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500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Floating-point sum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90088"/>
            <a:ext cx="114300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9981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prod  = prod  * a(i)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998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REDUCTION(*:prod)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998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Floating-point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39896"/>
            <a:ext cx="114300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962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isum  = isum  + ia(i)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496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REDUCTION(+:isum)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962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Integer summation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9704"/>
            <a:ext cx="114300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99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norm2 = norm2 + a(i)*a(i)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994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REDUCTION(+:norm2)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5994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Norm-squared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39512"/>
            <a:ext cx="1143000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s = s + f(x) + g(y)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49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UNSAFE (chained)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3492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Not yet supported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Built on standard LLVM 18 / MLIR infrastructure — no custom IR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2926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517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LoopParallelAnalysis.cpp
471 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Core MLIR pass
Phases 1–5
Loop printer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2651760" cy="2926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914400"/>
            <a:ext cx="2651760" cy="38404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914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AccessClassifier.cpp
165 LOC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Phase 2 memory walker
Base-ref stripping
AccessRecord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2651760" cy="2926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265176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914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fpa-tool  main.cpp
71 LOC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 driver
Dialect registration
PassManager setup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914400"/>
            <a:ext cx="2651760" cy="2926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914400"/>
            <a:ext cx="2651760" cy="384048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914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report.py
1 259 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41732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Compiles + runs tool
Parses output
Generates HTML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Technology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LLVM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MLIR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Flang / FIR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C++17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D481"/>
                </a:solidFill>
              </a:rPr>
              <a:t>Python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95560" y="4480560"/>
            <a:ext cx="1783080" cy="4572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44805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BBCC"/>
                </a:solidFill>
              </a:rPr>
              <a:t>CMake ≥ 3.20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1206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Why FIR instead of Fortran source text?
FIR preserves loop structure, array shapes, and variable intent. Every subscript is an explicit SSA value — no need to parse Fortran's many syntax quirks.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Results — 35 Cases, 100%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651760" cy="658368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13  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822960"/>
            <a:ext cx="265176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 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822960"/>
            <a:ext cx="2651760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10  UNSAFE (dep)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822960"/>
            <a:ext cx="2651760" cy="658368"/>
          </a:xfrm>
          <a:prstGeom prst="rect">
            <a:avLst/>
          </a:prstGeom>
          <a:solidFill>
            <a:srgbClr val="DD9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7  UNSAFE (conserv)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4389120" cy="36576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Fortran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2468880" cy="36576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6642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45920"/>
            <a:ext cx="2468880" cy="36576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6642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1645920"/>
            <a:ext cx="1371600" cy="365760"/>
          </a:xfrm>
          <a:prstGeom prst="rect">
            <a:avLst/>
          </a:prstGeom>
          <a:solidFill>
            <a:srgbClr val="00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16642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75688"/>
            <a:ext cx="438912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13055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b(i) = a(i) * 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075688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1305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SAFE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075688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13055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SAFE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075688"/>
            <a:ext cx="137160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21305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438912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60604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 += a(i)*b(i)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551176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60604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REDUCTION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51176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260604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REDUCTION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2551176"/>
            <a:ext cx="137160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26060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438912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08152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a(i) = a(i) + a(i-1)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026664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30815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026664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308152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3026664"/>
            <a:ext cx="137160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30815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502152"/>
            <a:ext cx="438912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55701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b(idx(i)) = a(i)  (scatter)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3502152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35570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502152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355701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3502152"/>
            <a:ext cx="137160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3557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977639"/>
            <a:ext cx="438912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032503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a(i) = a(i) * 3.0  (inplace)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3977639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4032503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3977639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4032503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60" y="3977639"/>
            <a:ext cx="137160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69880" y="4032503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453128"/>
            <a:ext cx="438912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507992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norm2 += a(i)*a(i)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4453128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45079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REDUCTION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4453128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450799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REDUCTION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4453128"/>
            <a:ext cx="137160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69880" y="45079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928616"/>
            <a:ext cx="438912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4983480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read-only traversal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4928616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74920" y="49834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SAFE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4928616"/>
            <a:ext cx="246888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18120" y="498348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SAFE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4160" y="4928616"/>
            <a:ext cx="1371600" cy="438912"/>
          </a:xfrm>
          <a:prstGeom prst="rect">
            <a:avLst/>
          </a:prstGeom>
          <a:solidFill>
            <a:srgbClr val="13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69880" y="49834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404104"/>
            <a:ext cx="438912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5458968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a(i) = a(i+1) * 2.0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0" y="5404104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74920" y="54589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0" y="5404104"/>
            <a:ext cx="246888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18120" y="545896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UNSAFE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4160" y="5404104"/>
            <a:ext cx="1371600" cy="43891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69880" y="54589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BCC"/>
                </a:solidFill>
              </a:rPr>
              <a:t>Zero false positives  ·  Conservative policy: UNSAFE preferred over incorrect 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Interactive HTML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Three-panel IDE-style interface generated by report.py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3657600" cy="5120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8686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File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325880"/>
            <a:ext cx="3429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01_safe_scale.f90      ✓ SAFE
▸  04_reduction_sum.f90   ⊕ REDU
▸  06_dep_shift1.f90      ✗ UNSAFE
▸  08_dep_inplace.f90     ✗ UNSAFE
▸  30_reduction_norm2.f90 ⊕ REDU
   …  35 files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868680"/>
            <a:ext cx="3657600" cy="5120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868680"/>
            <a:ext cx="365760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8686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Source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325880"/>
            <a:ext cx="3429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 •  do i = 1, n
         [ ✓ safe · independent ]
13      b(i) = a(i) * 2.0
14    end do
15  end subroutine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868680"/>
            <a:ext cx="3657600" cy="5120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868680"/>
            <a:ext cx="3657600" cy="347472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8686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Analysis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325880"/>
            <a:ext cx="3429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SAFE   HIGH 90%
!$OMP PARALLEL DO
─────────────────────
Phase 3  ✓ All subscripts IV-derived
Phase 4  – Not needed
Phase 5  – Not needed
Mem: [W] array  [R] array  [RW] scalar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BBCC"/>
                </a:solidFill>
              </a:rPr>
              <a:t>Run:  python3 scripts/report.py -o report.html   then open in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Limitations, Future Work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5303520" cy="36576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–  a(i) = a(i)*k  conservatively UNSAFE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–  Multi-dim subscripts  c(i,j)  not traced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–  Function call side-effects not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–  min / max reductions not yet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–  Confidence score is heuristic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822960"/>
            <a:ext cx="5852160" cy="36576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868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29844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In-place update read-before-write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73736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Multi-dimensional subscript tracing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762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min / max reduction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1518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Interprocedural side-effect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05409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Auto-insert !$OMP directives in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930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CI/CD integration as pre-commit hook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11430000" cy="1783080"/>
          </a:xfrm>
          <a:prstGeom prst="rect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365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FlangParallelAnalyzer demonstrates that a compact (~700 LOC C++) MLIR pass built on Flang FIR can automate Fortran loop parallelism classification with 100% accuracy on a comprehensive test suite and zero false positives. The tool bridges the gap between opaque auto-parallelizing compilers and error-prone manual annotation.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